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Customer Churn Split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bubble3D val="0"/>
            <c:spPr>
              <a:solidFill>
                <a:srgbClr val="C4432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Retained (No)</c:v>
                </c:pt>
                <c:pt idx="1">
                  <c:v>Churned (Yes)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5174</c:v>
                </c:pt>
                <c:pt idx="1">
                  <c:v>1869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Churned Customers by Contract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 Customers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1655</c:v>
                </c:pt>
                <c:pt idx="1">
                  <c:v>166</c:v>
                </c:pt>
                <c:pt idx="2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5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50" b="0" i="0" u="none" strike="noStrike">
                <a:solidFill>
                  <a:srgbClr val="000000"/>
                </a:solidFill>
                <a:latin typeface="Arial"/>
              </a:rPr>
              <a:t>Customer Segments by Churn Probability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C4432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 (&lt;30%)</c:v>
                </c:pt>
                <c:pt idx="1">
                  <c:v>Dormant (30–70%)</c:v>
                </c:pt>
                <c:pt idx="2">
                  <c:v>At Risk (≥70%)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4358</c:v>
                </c:pt>
                <c:pt idx="1">
                  <c:v>2250</c:v>
                </c:pt>
                <c:pt idx="2">
                  <c:v>435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2926080" cy="292608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CUSTOMER CHURN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Project on Customer Retention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buNone/>
            </a:pPr>
            <a:r>
              <a:rPr lang="en-US" sz="14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CHANASYA 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623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•  SQL  •  Scikit-learn  •  SHAP        Dataset: IBM Telco Customer Churn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F4F9F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28800"/>
            <a:ext cx="6035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telecom customer is likely to churn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key business and behavioral drivers of churn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by churn risk for targeted action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clear, data-backed recommendations to improve retention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43800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83880" y="1737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543800" y="26060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8388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SQL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543800" y="3474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8388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543800" y="43434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880" y="4343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Segmentation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Customer Churn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965960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34747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/ features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965960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4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9360" y="34747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(1,869 of 7,043)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965960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$64.76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0" y="34747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were found; duplicate records were removed and categorical fields were label-encoded before analysis.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349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(gender, senior citizen, partner, dependents) • Account info (tenure, contract, billing) • Services (phone, internet, streaming, security, support) • Charges (monthly, total) • Churn (target)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customers are leaving, and what they pay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cell_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5394960" cy="40782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26480" y="5806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 are noticeably higher among churned customers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Type Drives Churn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far more than contracted customers</a:t>
            </a:r>
            <a:endParaRPr lang="en-US" sz="1400" dirty="0"/>
          </a:p>
        </p:txBody>
      </p:sp>
      <p:pic>
        <p:nvPicPr>
          <p:cNvPr id="4" name="Image 0" descr="cell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49240" cy="4005072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6263640" y="169164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7607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churned customers, 88.5% were on month-to-month contracts.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the customer base directly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675120" cy="4023360"/>
        </p:xfrm>
        <a:graphic>
          <a:graphicData uri="http://schemas.openxmlformats.org/drawingml/2006/table">
            <a:tbl>
              <a:tblPr/>
              <a:tblGrid>
                <a:gridCol w="466344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retained customers (Churn = No)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5,174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churned customers (Churn = Yes)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monthly bill (all customers)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$64.76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Churned — Month-to-month contract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Churned — One year contract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Churned — Two year contract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4592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4F9F9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9202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performed with SQLite via Python (sqlite3), querying the cleaned customer table directly with SQL for aggregate business metrics.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18120" y="3566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18120" y="39319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and monthly charges stand out early as the strongest churn signals in the raw data.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trained on an 80/20 train-test split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2880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81.7%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23360" y="16916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023360" y="182880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0" y="31546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— churn class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0" y="16916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182880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589520" y="31546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churn class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5212080" cy="155448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21792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4297680"/>
          <a:ext cx="5394960" cy="13716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reliably identifies loyal customers, but recall on churners (57%) leaves room to improve — SHAP is used next to interpret its decisions and guide targeted action.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Churn? (SHAP)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impact on the model's churn predictions</a:t>
            </a:r>
            <a:endParaRPr lang="en-US" sz="1400" dirty="0"/>
          </a:p>
        </p:txBody>
      </p:sp>
      <p:pic>
        <p:nvPicPr>
          <p:cNvPr id="4" name="Image 0" descr="cell_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554480"/>
            <a:ext cx="6492240" cy="3721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 customer; red = high feature value, blue = low. Position shows whether that value pushed the prediction toward churn (right) or retention (left).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grouped by predicted churn probability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011680"/>
          <a:ext cx="5303520" cy="219456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probability &lt; 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Dormant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probability 30–70%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probability ≥ 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355080" y="44805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customers (6.2% of the base) represent the highest-priority group for immediate retention action.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2313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230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230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month-to-month customers to switch to annual plans through incentives and loyalty pricing.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2313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6106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106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404872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loyal, low-risk customers with exclusive offers to reinforce retention.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9242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2313A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59816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981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392424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personalized discounts and proactive outreach to customers flagged as "At Risk."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37997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2313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58571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857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379976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customers with high monthly charges and offer better-value plan alternatives.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36752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2313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5732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5732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5367528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support quality to reduce churn driven by service dissatisfaction.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64240" cy="3291840"/>
          </a:xfrm>
          <a:prstGeom prst="roundRect">
            <a:avLst>
              <a:gd name="adj" fmla="val 2778"/>
            </a:avLst>
          </a:prstGeom>
          <a:solidFill>
            <a:srgbClr val="F4F9F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92024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predicted customer churn using a Logistic Regression model (81.7% accuracy). SQL analysis, exploratory data analysis, SHAP explainability, and customer segmentation together provided clear, actionable insight into customer behavior — showing that contract type and monthly charges are the leading drivers of churn. The resulting recommendations give the business a concrete, data-backed path to improve customer retention and reduce revenue loss.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303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Analysis</dc:title>
  <dc:subject>PptxGenJS Presentation</dc:subject>
  <dc:creator>CHANASYA G</dc:creator>
  <cp:lastModifiedBy>CHANASYA G</cp:lastModifiedBy>
  <cp:revision>1</cp:revision>
  <dcterms:created xsi:type="dcterms:W3CDTF">2026-07-01T10:51:05Z</dcterms:created>
  <dcterms:modified xsi:type="dcterms:W3CDTF">2026-07-01T10:51:05Z</dcterms:modified>
</cp:coreProperties>
</file>